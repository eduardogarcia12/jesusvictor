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954414-17D0-418D-9194-53065EB9B633}" type="doc">
      <dgm:prSet loTypeId="urn:microsoft.com/office/officeart/2008/layout/RadialCluster" loCatId="cycle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s-MX"/>
        </a:p>
      </dgm:t>
    </dgm:pt>
    <dgm:pt modelId="{FB642A10-2594-4CE4-8CB2-9822F92499DD}">
      <dgm:prSet phldrT="[Texto]" custT="1"/>
      <dgm:spPr/>
      <dgm:t>
        <a:bodyPr/>
        <a:lstStyle/>
        <a:p>
          <a:r>
            <a:rPr lang="es-MX" sz="1200" dirty="0">
              <a:latin typeface="Arial" panose="020B0604020202020204" pitchFamily="34" charset="0"/>
              <a:cs typeface="Arial" panose="020B0604020202020204" pitchFamily="34" charset="0"/>
            </a:rPr>
            <a:t>Componentes clave</a:t>
          </a:r>
        </a:p>
      </dgm:t>
    </dgm:pt>
    <dgm:pt modelId="{4B94CC30-2151-4387-9EA2-FD6D01AEFDE6}" type="parTrans" cxnId="{31A5CFD1-80E2-4819-8BAF-6A1283650B6B}">
      <dgm:prSet/>
      <dgm:spPr/>
      <dgm:t>
        <a:bodyPr/>
        <a:lstStyle/>
        <a:p>
          <a:endParaRPr lang="es-MX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42CCB60-BC1A-4D2E-94BF-59C783288BCF}" type="sibTrans" cxnId="{31A5CFD1-80E2-4819-8BAF-6A1283650B6B}">
      <dgm:prSet/>
      <dgm:spPr/>
      <dgm:t>
        <a:bodyPr/>
        <a:lstStyle/>
        <a:p>
          <a:endParaRPr lang="es-MX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79FFA4B-01EA-47B1-8C97-9179B1553E39}">
      <dgm:prSet phldrT="[Texto]" custT="1"/>
      <dgm:spPr/>
      <dgm:t>
        <a:bodyPr/>
        <a:lstStyle/>
        <a:p>
          <a:r>
            <a:rPr lang="es-MX" sz="1200">
              <a:latin typeface="Arial" panose="020B0604020202020204" pitchFamily="34" charset="0"/>
              <a:cs typeface="Arial" panose="020B0604020202020204" pitchFamily="34" charset="0"/>
            </a:rPr>
            <a:t>Politicas y estandares</a:t>
          </a:r>
        </a:p>
      </dgm:t>
    </dgm:pt>
    <dgm:pt modelId="{E7B140FE-4877-4ED3-8DAB-68A2F2AAE770}" type="parTrans" cxnId="{C57FBC99-3E59-4CDD-B720-D07CD8938415}">
      <dgm:prSet/>
      <dgm:spPr/>
      <dgm:t>
        <a:bodyPr/>
        <a:lstStyle/>
        <a:p>
          <a:endParaRPr lang="es-MX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248B654-8F50-4310-AA5B-B616C644A73A}" type="sibTrans" cxnId="{C57FBC99-3E59-4CDD-B720-D07CD8938415}">
      <dgm:prSet/>
      <dgm:spPr/>
      <dgm:t>
        <a:bodyPr/>
        <a:lstStyle/>
        <a:p>
          <a:endParaRPr lang="es-MX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1C66041-98C8-4F93-8573-5559E473E9B1}">
      <dgm:prSet phldrT="[Texto]" custT="1"/>
      <dgm:spPr/>
      <dgm:t>
        <a:bodyPr/>
        <a:lstStyle/>
        <a:p>
          <a:r>
            <a:rPr lang="es-MX" sz="1200">
              <a:latin typeface="Arial" panose="020B0604020202020204" pitchFamily="34" charset="0"/>
              <a:cs typeface="Arial" panose="020B0604020202020204" pitchFamily="34" charset="0"/>
            </a:rPr>
            <a:t>Acceso y seguridad</a:t>
          </a:r>
        </a:p>
      </dgm:t>
    </dgm:pt>
    <dgm:pt modelId="{1C648A96-2AD2-4BCE-9D33-F3BBB8BE17D5}" type="parTrans" cxnId="{8EB3B8E9-C4F4-4277-9ECD-C6F4B989A800}">
      <dgm:prSet/>
      <dgm:spPr/>
      <dgm:t>
        <a:bodyPr/>
        <a:lstStyle/>
        <a:p>
          <a:endParaRPr lang="es-MX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E037449-C67D-4398-A2F8-92611C2F193A}" type="sibTrans" cxnId="{8EB3B8E9-C4F4-4277-9ECD-C6F4B989A800}">
      <dgm:prSet/>
      <dgm:spPr/>
      <dgm:t>
        <a:bodyPr/>
        <a:lstStyle/>
        <a:p>
          <a:endParaRPr lang="es-MX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FF945E-E4E8-4AFF-B46B-84FA17856695}">
      <dgm:prSet phldrT="[Texto]" custT="1"/>
      <dgm:spPr/>
      <dgm:t>
        <a:bodyPr/>
        <a:lstStyle/>
        <a:p>
          <a:r>
            <a:rPr lang="es-MX" sz="1200">
              <a:latin typeface="Arial" panose="020B0604020202020204" pitchFamily="34" charset="0"/>
              <a:cs typeface="Arial" panose="020B0604020202020204" pitchFamily="34" charset="0"/>
            </a:rPr>
            <a:t>Calidad de los datos y linaje</a:t>
          </a:r>
        </a:p>
      </dgm:t>
    </dgm:pt>
    <dgm:pt modelId="{23A6E9D6-3F50-41E7-B189-EF39DD7F0480}" type="parTrans" cxnId="{15528A54-51D4-410D-B0C1-5A09ACCAA724}">
      <dgm:prSet/>
      <dgm:spPr/>
      <dgm:t>
        <a:bodyPr/>
        <a:lstStyle/>
        <a:p>
          <a:endParaRPr lang="es-MX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4B2BB5B-34BB-4A8D-82E9-892E2CD34C82}" type="sibTrans" cxnId="{15528A54-51D4-410D-B0C1-5A09ACCAA724}">
      <dgm:prSet/>
      <dgm:spPr/>
      <dgm:t>
        <a:bodyPr/>
        <a:lstStyle/>
        <a:p>
          <a:endParaRPr lang="es-MX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E69A0E8-85F0-47DF-94F4-9250A0230243}">
      <dgm:prSet phldrT="[Texto]" custT="1"/>
      <dgm:spPr/>
      <dgm:t>
        <a:bodyPr/>
        <a:lstStyle/>
        <a:p>
          <a:r>
            <a:rPr lang="es-MX" sz="1200">
              <a:latin typeface="Arial" panose="020B0604020202020204" pitchFamily="34" charset="0"/>
              <a:cs typeface="Arial" panose="020B0604020202020204" pitchFamily="34" charset="0"/>
            </a:rPr>
            <a:t>Roles y responsabilidades</a:t>
          </a:r>
        </a:p>
      </dgm:t>
    </dgm:pt>
    <dgm:pt modelId="{748DA59A-14C6-453C-B5D6-1FA71BEA3739}" type="parTrans" cxnId="{0794E516-AFA3-4F36-A313-DB2233C18061}">
      <dgm:prSet/>
      <dgm:spPr/>
      <dgm:t>
        <a:bodyPr/>
        <a:lstStyle/>
        <a:p>
          <a:endParaRPr lang="es-MX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AEE56BB-6EAE-41A4-93A8-A4B94E7E3501}" type="sibTrans" cxnId="{0794E516-AFA3-4F36-A313-DB2233C18061}">
      <dgm:prSet/>
      <dgm:spPr/>
      <dgm:t>
        <a:bodyPr/>
        <a:lstStyle/>
        <a:p>
          <a:endParaRPr lang="es-MX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63E4B14-694C-4598-A3D7-10E90631D7E5}">
      <dgm:prSet phldrT="[Texto]" custT="1"/>
      <dgm:spPr/>
      <dgm:t>
        <a:bodyPr/>
        <a:lstStyle/>
        <a:p>
          <a:r>
            <a:rPr lang="es-MX" sz="1200">
              <a:latin typeface="Arial" panose="020B0604020202020204" pitchFamily="34" charset="0"/>
              <a:cs typeface="Arial" panose="020B0604020202020204" pitchFamily="34" charset="0"/>
            </a:rPr>
            <a:t>Recopilacion , agrupados y compartidos </a:t>
          </a:r>
        </a:p>
      </dgm:t>
    </dgm:pt>
    <dgm:pt modelId="{67FBFF6C-705E-42EC-AB5D-BAD60EC181EB}" type="parTrans" cxnId="{377A2CE0-775D-4A1D-9B5F-717645A1121A}">
      <dgm:prSet/>
      <dgm:spPr/>
      <dgm:t>
        <a:bodyPr/>
        <a:lstStyle/>
        <a:p>
          <a:endParaRPr lang="es-MX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4A538BC-87AA-4E11-97B8-0869597187D9}" type="sibTrans" cxnId="{377A2CE0-775D-4A1D-9B5F-717645A1121A}">
      <dgm:prSet/>
      <dgm:spPr/>
      <dgm:t>
        <a:bodyPr/>
        <a:lstStyle/>
        <a:p>
          <a:endParaRPr lang="es-MX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F0CC735-E8CE-4860-99E8-A97512F784CA}">
      <dgm:prSet phldrT="[Texto]" custT="1"/>
      <dgm:spPr/>
      <dgm:t>
        <a:bodyPr/>
        <a:lstStyle/>
        <a:p>
          <a:r>
            <a:rPr lang="es-MX" sz="1200">
              <a:latin typeface="Arial" panose="020B0604020202020204" pitchFamily="34" charset="0"/>
              <a:cs typeface="Arial" panose="020B0604020202020204" pitchFamily="34" charset="0"/>
            </a:rPr>
            <a:t>origen de los datos, asegurar los y mantenerlos limpios y confiables. </a:t>
          </a:r>
        </a:p>
      </dgm:t>
    </dgm:pt>
    <dgm:pt modelId="{01A385C6-F97C-441B-B409-AE2EDC3C0381}" type="parTrans" cxnId="{883495A8-8E69-4DE5-816A-26EE6FB4B307}">
      <dgm:prSet/>
      <dgm:spPr/>
      <dgm:t>
        <a:bodyPr/>
        <a:lstStyle/>
        <a:p>
          <a:endParaRPr lang="es-MX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A799CA2-7D7C-4098-B774-A82A88CDB509}" type="sibTrans" cxnId="{883495A8-8E69-4DE5-816A-26EE6FB4B307}">
      <dgm:prSet/>
      <dgm:spPr/>
      <dgm:t>
        <a:bodyPr/>
        <a:lstStyle/>
        <a:p>
          <a:endParaRPr lang="es-MX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143B9EE-CB8E-4B10-A60F-A252B6D078C1}">
      <dgm:prSet phldrT="[Texto]" custT="1"/>
      <dgm:spPr/>
      <dgm:t>
        <a:bodyPr/>
        <a:lstStyle/>
        <a:p>
          <a:r>
            <a:rPr lang="es-MX" sz="1200" dirty="0">
              <a:latin typeface="Arial" panose="020B0604020202020204" pitchFamily="34" charset="0"/>
              <a:cs typeface="Arial" panose="020B0604020202020204" pitchFamily="34" charset="0"/>
            </a:rPr>
            <a:t>Quien tiene autorización, control y poder verlos </a:t>
          </a:r>
        </a:p>
      </dgm:t>
    </dgm:pt>
    <dgm:pt modelId="{98846FBD-C139-4B2C-BB16-8E0EB1E65981}" type="parTrans" cxnId="{A36DBE83-0718-4E51-B05D-179F7FC81254}">
      <dgm:prSet/>
      <dgm:spPr/>
      <dgm:t>
        <a:bodyPr/>
        <a:lstStyle/>
        <a:p>
          <a:endParaRPr lang="es-MX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A5DC038-B1DF-4A5D-9372-77ABC859DCD0}" type="sibTrans" cxnId="{A36DBE83-0718-4E51-B05D-179F7FC81254}">
      <dgm:prSet/>
      <dgm:spPr/>
      <dgm:t>
        <a:bodyPr/>
        <a:lstStyle/>
        <a:p>
          <a:endParaRPr lang="es-MX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B6D3ACE-DE90-4057-B73A-FF1C3A7DE81E}">
      <dgm:prSet phldrT="[Texto]" custT="1"/>
      <dgm:spPr/>
      <dgm:t>
        <a:bodyPr/>
        <a:lstStyle/>
        <a:p>
          <a:r>
            <a:rPr lang="es-MX" sz="1200" dirty="0">
              <a:latin typeface="Arial" panose="020B0604020202020204" pitchFamily="34" charset="0"/>
              <a:cs typeface="Arial" panose="020B0604020202020204" pitchFamily="34" charset="0"/>
            </a:rPr>
            <a:t>responsabilidades asignadas, administración del día a día, como la calidad de estos. </a:t>
          </a:r>
        </a:p>
      </dgm:t>
    </dgm:pt>
    <dgm:pt modelId="{113B8B09-7DCD-4D75-91E3-EC3F8EA14154}" type="parTrans" cxnId="{1D0F15C1-353A-468E-8D60-57976B83D7A7}">
      <dgm:prSet/>
      <dgm:spPr/>
      <dgm:t>
        <a:bodyPr/>
        <a:lstStyle/>
        <a:p>
          <a:endParaRPr lang="es-MX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44EA6F8-56B9-438A-8AAF-C9D0FFB43AD4}" type="sibTrans" cxnId="{1D0F15C1-353A-468E-8D60-57976B83D7A7}">
      <dgm:prSet/>
      <dgm:spPr/>
      <dgm:t>
        <a:bodyPr/>
        <a:lstStyle/>
        <a:p>
          <a:endParaRPr lang="es-MX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6142B8-3C99-44D9-9B70-4CDBCFD6556E}" type="pres">
      <dgm:prSet presAssocID="{6D954414-17D0-418D-9194-53065EB9B633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746317AC-12C5-44DE-8AA6-B50D76BF5846}" type="pres">
      <dgm:prSet presAssocID="{FB642A10-2594-4CE4-8CB2-9822F92499DD}" presName="textCenter" presStyleLbl="node1" presStyleIdx="0" presStyleCnt="9"/>
      <dgm:spPr/>
    </dgm:pt>
    <dgm:pt modelId="{CC242743-86AF-4501-9B58-3427127A337E}" type="pres">
      <dgm:prSet presAssocID="{FB642A10-2594-4CE4-8CB2-9822F92499DD}" presName="cycle_1" presStyleCnt="0"/>
      <dgm:spPr/>
    </dgm:pt>
    <dgm:pt modelId="{7F1CE0B8-2AB9-43FC-A284-484D37CB2863}" type="pres">
      <dgm:prSet presAssocID="{E79FFA4B-01EA-47B1-8C97-9179B1553E39}" presName="childCenter1" presStyleLbl="node1" presStyleIdx="1" presStyleCnt="9"/>
      <dgm:spPr/>
    </dgm:pt>
    <dgm:pt modelId="{F881377A-87DD-448A-A940-6D2A18B2975F}" type="pres">
      <dgm:prSet presAssocID="{67FBFF6C-705E-42EC-AB5D-BAD60EC181EB}" presName="Name141" presStyleLbl="parChTrans1D3" presStyleIdx="0" presStyleCnt="4"/>
      <dgm:spPr/>
    </dgm:pt>
    <dgm:pt modelId="{80C41836-2E14-44CC-A619-144AE3390D3A}" type="pres">
      <dgm:prSet presAssocID="{463E4B14-694C-4598-A3D7-10E90631D7E5}" presName="text1" presStyleLbl="node1" presStyleIdx="2" presStyleCnt="9" custScaleX="375580">
        <dgm:presLayoutVars>
          <dgm:bulletEnabled val="1"/>
        </dgm:presLayoutVars>
      </dgm:prSet>
      <dgm:spPr/>
    </dgm:pt>
    <dgm:pt modelId="{F5247A30-E5C9-48A7-90C0-A05114D152F4}" type="pres">
      <dgm:prSet presAssocID="{E7B140FE-4877-4ED3-8DAB-68A2F2AAE770}" presName="Name144" presStyleLbl="parChTrans1D2" presStyleIdx="0" presStyleCnt="4"/>
      <dgm:spPr/>
    </dgm:pt>
    <dgm:pt modelId="{587FCB6E-2770-455E-8761-F1385ECF8C3C}" type="pres">
      <dgm:prSet presAssocID="{FB642A10-2594-4CE4-8CB2-9822F92499DD}" presName="cycle_2" presStyleCnt="0"/>
      <dgm:spPr/>
    </dgm:pt>
    <dgm:pt modelId="{76D6A072-1A85-408A-8C1B-411BC7A7420F}" type="pres">
      <dgm:prSet presAssocID="{A1C66041-98C8-4F93-8573-5559E473E9B1}" presName="childCenter2" presStyleLbl="node1" presStyleIdx="3" presStyleCnt="9" custScaleX="107326"/>
      <dgm:spPr/>
    </dgm:pt>
    <dgm:pt modelId="{D19B117F-05FD-4D29-A3EB-A37D89B9DC9A}" type="pres">
      <dgm:prSet presAssocID="{98846FBD-C139-4B2C-BB16-8E0EB1E65981}" presName="Name218" presStyleLbl="parChTrans1D3" presStyleIdx="1" presStyleCnt="4"/>
      <dgm:spPr/>
    </dgm:pt>
    <dgm:pt modelId="{AF93963B-FB8B-4D52-A83F-0CBAAFB7771B}" type="pres">
      <dgm:prSet presAssocID="{0143B9EE-CB8E-4B10-A60F-A252B6D078C1}" presName="text2" presStyleLbl="node1" presStyleIdx="4" presStyleCnt="9" custScaleX="145639">
        <dgm:presLayoutVars>
          <dgm:bulletEnabled val="1"/>
        </dgm:presLayoutVars>
      </dgm:prSet>
      <dgm:spPr/>
    </dgm:pt>
    <dgm:pt modelId="{6673E2E8-2E7E-4970-BF9B-377A69C990DE}" type="pres">
      <dgm:prSet presAssocID="{1C648A96-2AD2-4BCE-9D33-F3BBB8BE17D5}" presName="Name221" presStyleLbl="parChTrans1D2" presStyleIdx="1" presStyleCnt="4"/>
      <dgm:spPr/>
    </dgm:pt>
    <dgm:pt modelId="{CE23D3B9-D21F-4429-9211-8415A2D795AB}" type="pres">
      <dgm:prSet presAssocID="{FB642A10-2594-4CE4-8CB2-9822F92499DD}" presName="cycle_3" presStyleCnt="0"/>
      <dgm:spPr/>
    </dgm:pt>
    <dgm:pt modelId="{B2B16150-313E-4E1E-8350-4CBC7FD86921}" type="pres">
      <dgm:prSet presAssocID="{DE69A0E8-85F0-47DF-94F4-9250A0230243}" presName="childCenter3" presStyleLbl="node1" presStyleIdx="5" presStyleCnt="9"/>
      <dgm:spPr/>
    </dgm:pt>
    <dgm:pt modelId="{FF46EA38-875A-42C3-8301-B59DBF717999}" type="pres">
      <dgm:prSet presAssocID="{113B8B09-7DCD-4D75-91E3-EC3F8EA14154}" presName="Name285" presStyleLbl="parChTrans1D3" presStyleIdx="2" presStyleCnt="4"/>
      <dgm:spPr/>
    </dgm:pt>
    <dgm:pt modelId="{E6D33BDA-89CA-4FCF-8000-6AD78299FD1B}" type="pres">
      <dgm:prSet presAssocID="{EB6D3ACE-DE90-4057-B73A-FF1C3A7DE81E}" presName="text3" presStyleLbl="node1" presStyleIdx="6" presStyleCnt="9" custScaleX="415560">
        <dgm:presLayoutVars>
          <dgm:bulletEnabled val="1"/>
        </dgm:presLayoutVars>
      </dgm:prSet>
      <dgm:spPr/>
    </dgm:pt>
    <dgm:pt modelId="{B23CC042-92F8-4854-AA2D-553764339A4E}" type="pres">
      <dgm:prSet presAssocID="{748DA59A-14C6-453C-B5D6-1FA71BEA3739}" presName="Name288" presStyleLbl="parChTrans1D2" presStyleIdx="2" presStyleCnt="4"/>
      <dgm:spPr/>
    </dgm:pt>
    <dgm:pt modelId="{7078844A-4113-43D9-8C89-E060D3CCC661}" type="pres">
      <dgm:prSet presAssocID="{FB642A10-2594-4CE4-8CB2-9822F92499DD}" presName="cycle_4" presStyleCnt="0"/>
      <dgm:spPr/>
    </dgm:pt>
    <dgm:pt modelId="{0C1557D1-1BC3-4DDF-9BA3-49703C160407}" type="pres">
      <dgm:prSet presAssocID="{D7FF945E-E4E8-4AFF-B46B-84FA17856695}" presName="childCenter4" presStyleLbl="node1" presStyleIdx="7" presStyleCnt="9"/>
      <dgm:spPr/>
    </dgm:pt>
    <dgm:pt modelId="{F78F2D91-FD1C-428B-BE3B-9D0ECE737345}" type="pres">
      <dgm:prSet presAssocID="{01A385C6-F97C-441B-B409-AE2EDC3C0381}" presName="Name342" presStyleLbl="parChTrans1D3" presStyleIdx="3" presStyleCnt="4"/>
      <dgm:spPr/>
    </dgm:pt>
    <dgm:pt modelId="{BB24E95D-E79F-47DB-B5F6-1AF4779496B2}" type="pres">
      <dgm:prSet presAssocID="{9F0CC735-E8CE-4860-99E8-A97512F784CA}" presName="text4" presStyleLbl="node1" presStyleIdx="8" presStyleCnt="9" custFlipHor="1" custScaleX="169793">
        <dgm:presLayoutVars>
          <dgm:bulletEnabled val="1"/>
        </dgm:presLayoutVars>
      </dgm:prSet>
      <dgm:spPr/>
    </dgm:pt>
    <dgm:pt modelId="{B4F5AA9F-7FAA-4A01-80ED-3EB40CA7D891}" type="pres">
      <dgm:prSet presAssocID="{23A6E9D6-3F50-41E7-B189-EF39DD7F0480}" presName="Name345" presStyleLbl="parChTrans1D2" presStyleIdx="3" presStyleCnt="4"/>
      <dgm:spPr/>
    </dgm:pt>
  </dgm:ptLst>
  <dgm:cxnLst>
    <dgm:cxn modelId="{0E27BC03-FA06-483B-8F2D-5FCDF4C57CF3}" type="presOf" srcId="{D7FF945E-E4E8-4AFF-B46B-84FA17856695}" destId="{0C1557D1-1BC3-4DDF-9BA3-49703C160407}" srcOrd="0" destOrd="0" presId="urn:microsoft.com/office/officeart/2008/layout/RadialCluster"/>
    <dgm:cxn modelId="{DEDF6C07-EBF7-49F7-A6A0-5DD310E04498}" type="presOf" srcId="{01A385C6-F97C-441B-B409-AE2EDC3C0381}" destId="{F78F2D91-FD1C-428B-BE3B-9D0ECE737345}" srcOrd="0" destOrd="0" presId="urn:microsoft.com/office/officeart/2008/layout/RadialCluster"/>
    <dgm:cxn modelId="{29C14F0A-DCC5-4B8B-BCDC-53D5825BFDC2}" type="presOf" srcId="{67FBFF6C-705E-42EC-AB5D-BAD60EC181EB}" destId="{F881377A-87DD-448A-A940-6D2A18B2975F}" srcOrd="0" destOrd="0" presId="urn:microsoft.com/office/officeart/2008/layout/RadialCluster"/>
    <dgm:cxn modelId="{BE22510D-B95E-492F-87A9-C339F0D034D4}" type="presOf" srcId="{E7B140FE-4877-4ED3-8DAB-68A2F2AAE770}" destId="{F5247A30-E5C9-48A7-90C0-A05114D152F4}" srcOrd="0" destOrd="0" presId="urn:microsoft.com/office/officeart/2008/layout/RadialCluster"/>
    <dgm:cxn modelId="{0794E516-AFA3-4F36-A313-DB2233C18061}" srcId="{FB642A10-2594-4CE4-8CB2-9822F92499DD}" destId="{DE69A0E8-85F0-47DF-94F4-9250A0230243}" srcOrd="2" destOrd="0" parTransId="{748DA59A-14C6-453C-B5D6-1FA71BEA3739}" sibTransId="{CAEE56BB-6EAE-41A4-93A8-A4B94E7E3501}"/>
    <dgm:cxn modelId="{02F14128-C31B-43BA-A41E-5AB8C39733E2}" type="presOf" srcId="{EB6D3ACE-DE90-4057-B73A-FF1C3A7DE81E}" destId="{E6D33BDA-89CA-4FCF-8000-6AD78299FD1B}" srcOrd="0" destOrd="0" presId="urn:microsoft.com/office/officeart/2008/layout/RadialCluster"/>
    <dgm:cxn modelId="{DEA31D2C-A3DE-4C28-A6E0-2A2D62652E4C}" type="presOf" srcId="{113B8B09-7DCD-4D75-91E3-EC3F8EA14154}" destId="{FF46EA38-875A-42C3-8301-B59DBF717999}" srcOrd="0" destOrd="0" presId="urn:microsoft.com/office/officeart/2008/layout/RadialCluster"/>
    <dgm:cxn modelId="{2483A53B-EF10-4B75-A3E3-747DB7AC203A}" type="presOf" srcId="{1C648A96-2AD2-4BCE-9D33-F3BBB8BE17D5}" destId="{6673E2E8-2E7E-4970-BF9B-377A69C990DE}" srcOrd="0" destOrd="0" presId="urn:microsoft.com/office/officeart/2008/layout/RadialCluster"/>
    <dgm:cxn modelId="{0A563C5E-9A5B-42F0-8CD2-DAE6E1160DD9}" type="presOf" srcId="{0143B9EE-CB8E-4B10-A60F-A252B6D078C1}" destId="{AF93963B-FB8B-4D52-A83F-0CBAAFB7771B}" srcOrd="0" destOrd="0" presId="urn:microsoft.com/office/officeart/2008/layout/RadialCluster"/>
    <dgm:cxn modelId="{9D709247-3988-413E-8326-14CFF48D85E4}" type="presOf" srcId="{23A6E9D6-3F50-41E7-B189-EF39DD7F0480}" destId="{B4F5AA9F-7FAA-4A01-80ED-3EB40CA7D891}" srcOrd="0" destOrd="0" presId="urn:microsoft.com/office/officeart/2008/layout/RadialCluster"/>
    <dgm:cxn modelId="{C9BE946E-7A24-41E6-B238-6FC0B27D9B1F}" type="presOf" srcId="{DE69A0E8-85F0-47DF-94F4-9250A0230243}" destId="{B2B16150-313E-4E1E-8350-4CBC7FD86921}" srcOrd="0" destOrd="0" presId="urn:microsoft.com/office/officeart/2008/layout/RadialCluster"/>
    <dgm:cxn modelId="{15528A54-51D4-410D-B0C1-5A09ACCAA724}" srcId="{FB642A10-2594-4CE4-8CB2-9822F92499DD}" destId="{D7FF945E-E4E8-4AFF-B46B-84FA17856695}" srcOrd="3" destOrd="0" parTransId="{23A6E9D6-3F50-41E7-B189-EF39DD7F0480}" sibTransId="{74B2BB5B-34BB-4A8D-82E9-892E2CD34C82}"/>
    <dgm:cxn modelId="{ABBE9058-B0F3-4F54-8A56-28E28B68B5CB}" type="presOf" srcId="{A1C66041-98C8-4F93-8573-5559E473E9B1}" destId="{76D6A072-1A85-408A-8C1B-411BC7A7420F}" srcOrd="0" destOrd="0" presId="urn:microsoft.com/office/officeart/2008/layout/RadialCluster"/>
    <dgm:cxn modelId="{A36DBE83-0718-4E51-B05D-179F7FC81254}" srcId="{A1C66041-98C8-4F93-8573-5559E473E9B1}" destId="{0143B9EE-CB8E-4B10-A60F-A252B6D078C1}" srcOrd="0" destOrd="0" parTransId="{98846FBD-C139-4B2C-BB16-8E0EB1E65981}" sibTransId="{3A5DC038-B1DF-4A5D-9372-77ABC859DCD0}"/>
    <dgm:cxn modelId="{9347F18D-870B-471E-AD32-BB38AE3C7E0A}" type="presOf" srcId="{463E4B14-694C-4598-A3D7-10E90631D7E5}" destId="{80C41836-2E14-44CC-A619-144AE3390D3A}" srcOrd="0" destOrd="0" presId="urn:microsoft.com/office/officeart/2008/layout/RadialCluster"/>
    <dgm:cxn modelId="{C57FBC99-3E59-4CDD-B720-D07CD8938415}" srcId="{FB642A10-2594-4CE4-8CB2-9822F92499DD}" destId="{E79FFA4B-01EA-47B1-8C97-9179B1553E39}" srcOrd="0" destOrd="0" parTransId="{E7B140FE-4877-4ED3-8DAB-68A2F2AAE770}" sibTransId="{C248B654-8F50-4310-AA5B-B616C644A73A}"/>
    <dgm:cxn modelId="{FDBF549B-E17B-41FF-BD8C-1732E77FDC33}" type="presOf" srcId="{98846FBD-C139-4B2C-BB16-8E0EB1E65981}" destId="{D19B117F-05FD-4D29-A3EB-A37D89B9DC9A}" srcOrd="0" destOrd="0" presId="urn:microsoft.com/office/officeart/2008/layout/RadialCluster"/>
    <dgm:cxn modelId="{73C4B29E-F04A-4FEA-A88B-C5B6B18AA3DC}" type="presOf" srcId="{9F0CC735-E8CE-4860-99E8-A97512F784CA}" destId="{BB24E95D-E79F-47DB-B5F6-1AF4779496B2}" srcOrd="0" destOrd="0" presId="urn:microsoft.com/office/officeart/2008/layout/RadialCluster"/>
    <dgm:cxn modelId="{883495A8-8E69-4DE5-816A-26EE6FB4B307}" srcId="{D7FF945E-E4E8-4AFF-B46B-84FA17856695}" destId="{9F0CC735-E8CE-4860-99E8-A97512F784CA}" srcOrd="0" destOrd="0" parTransId="{01A385C6-F97C-441B-B409-AE2EDC3C0381}" sibTransId="{CA799CA2-7D7C-4098-B774-A82A88CDB509}"/>
    <dgm:cxn modelId="{1D0F15C1-353A-468E-8D60-57976B83D7A7}" srcId="{DE69A0E8-85F0-47DF-94F4-9250A0230243}" destId="{EB6D3ACE-DE90-4057-B73A-FF1C3A7DE81E}" srcOrd="0" destOrd="0" parTransId="{113B8B09-7DCD-4D75-91E3-EC3F8EA14154}" sibTransId="{844EA6F8-56B9-438A-8AAF-C9D0FFB43AD4}"/>
    <dgm:cxn modelId="{CDD8B1CB-9979-47C8-BBD3-6499E13D931F}" type="presOf" srcId="{6D954414-17D0-418D-9194-53065EB9B633}" destId="{AF6142B8-3C99-44D9-9B70-4CDBCFD6556E}" srcOrd="0" destOrd="0" presId="urn:microsoft.com/office/officeart/2008/layout/RadialCluster"/>
    <dgm:cxn modelId="{31A5CFD1-80E2-4819-8BAF-6A1283650B6B}" srcId="{6D954414-17D0-418D-9194-53065EB9B633}" destId="{FB642A10-2594-4CE4-8CB2-9822F92499DD}" srcOrd="0" destOrd="0" parTransId="{4B94CC30-2151-4387-9EA2-FD6D01AEFDE6}" sibTransId="{142CCB60-BC1A-4D2E-94BF-59C783288BCF}"/>
    <dgm:cxn modelId="{FADC30D2-F005-4D13-A29B-9EA624948E4D}" type="presOf" srcId="{FB642A10-2594-4CE4-8CB2-9822F92499DD}" destId="{746317AC-12C5-44DE-8AA6-B50D76BF5846}" srcOrd="0" destOrd="0" presId="urn:microsoft.com/office/officeart/2008/layout/RadialCluster"/>
    <dgm:cxn modelId="{377A2CE0-775D-4A1D-9B5F-717645A1121A}" srcId="{E79FFA4B-01EA-47B1-8C97-9179B1553E39}" destId="{463E4B14-694C-4598-A3D7-10E90631D7E5}" srcOrd="0" destOrd="0" parTransId="{67FBFF6C-705E-42EC-AB5D-BAD60EC181EB}" sibTransId="{44A538BC-87AA-4E11-97B8-0869597187D9}"/>
    <dgm:cxn modelId="{211199E8-FC2E-4CA6-B09B-ADAD20A1B3F2}" type="presOf" srcId="{748DA59A-14C6-453C-B5D6-1FA71BEA3739}" destId="{B23CC042-92F8-4854-AA2D-553764339A4E}" srcOrd="0" destOrd="0" presId="urn:microsoft.com/office/officeart/2008/layout/RadialCluster"/>
    <dgm:cxn modelId="{8EB3B8E9-C4F4-4277-9ECD-C6F4B989A800}" srcId="{FB642A10-2594-4CE4-8CB2-9822F92499DD}" destId="{A1C66041-98C8-4F93-8573-5559E473E9B1}" srcOrd="1" destOrd="0" parTransId="{1C648A96-2AD2-4BCE-9D33-F3BBB8BE17D5}" sibTransId="{8E037449-C67D-4398-A2F8-92611C2F193A}"/>
    <dgm:cxn modelId="{F9EA21FB-9D13-4AED-A77A-E4642FDE2D6B}" type="presOf" srcId="{E79FFA4B-01EA-47B1-8C97-9179B1553E39}" destId="{7F1CE0B8-2AB9-43FC-A284-484D37CB2863}" srcOrd="0" destOrd="0" presId="urn:microsoft.com/office/officeart/2008/layout/RadialCluster"/>
    <dgm:cxn modelId="{97A4D0A4-3814-4F85-9776-C3D141BAF999}" type="presParOf" srcId="{AF6142B8-3C99-44D9-9B70-4CDBCFD6556E}" destId="{746317AC-12C5-44DE-8AA6-B50D76BF5846}" srcOrd="0" destOrd="0" presId="urn:microsoft.com/office/officeart/2008/layout/RadialCluster"/>
    <dgm:cxn modelId="{04AA360A-B283-4328-85CE-C4655687CA86}" type="presParOf" srcId="{AF6142B8-3C99-44D9-9B70-4CDBCFD6556E}" destId="{CC242743-86AF-4501-9B58-3427127A337E}" srcOrd="1" destOrd="0" presId="urn:microsoft.com/office/officeart/2008/layout/RadialCluster"/>
    <dgm:cxn modelId="{A2EEF1CC-B337-4BA5-93EF-E4392E28482D}" type="presParOf" srcId="{CC242743-86AF-4501-9B58-3427127A337E}" destId="{7F1CE0B8-2AB9-43FC-A284-484D37CB2863}" srcOrd="0" destOrd="0" presId="urn:microsoft.com/office/officeart/2008/layout/RadialCluster"/>
    <dgm:cxn modelId="{39DEFDAF-77A7-4BFF-BBCB-3F46323FAB47}" type="presParOf" srcId="{CC242743-86AF-4501-9B58-3427127A337E}" destId="{F881377A-87DD-448A-A940-6D2A18B2975F}" srcOrd="1" destOrd="0" presId="urn:microsoft.com/office/officeart/2008/layout/RadialCluster"/>
    <dgm:cxn modelId="{8656C7B4-E1A2-4DA6-9947-CE8066065D2D}" type="presParOf" srcId="{CC242743-86AF-4501-9B58-3427127A337E}" destId="{80C41836-2E14-44CC-A619-144AE3390D3A}" srcOrd="2" destOrd="0" presId="urn:microsoft.com/office/officeart/2008/layout/RadialCluster"/>
    <dgm:cxn modelId="{020300F9-757A-48BC-AE06-89806AECC2DA}" type="presParOf" srcId="{AF6142B8-3C99-44D9-9B70-4CDBCFD6556E}" destId="{F5247A30-E5C9-48A7-90C0-A05114D152F4}" srcOrd="2" destOrd="0" presId="urn:microsoft.com/office/officeart/2008/layout/RadialCluster"/>
    <dgm:cxn modelId="{CE4F237D-E78E-4B49-9D0E-478C163BE278}" type="presParOf" srcId="{AF6142B8-3C99-44D9-9B70-4CDBCFD6556E}" destId="{587FCB6E-2770-455E-8761-F1385ECF8C3C}" srcOrd="3" destOrd="0" presId="urn:microsoft.com/office/officeart/2008/layout/RadialCluster"/>
    <dgm:cxn modelId="{59B28F6B-3CCE-4330-BD55-D7F534A9FAF5}" type="presParOf" srcId="{587FCB6E-2770-455E-8761-F1385ECF8C3C}" destId="{76D6A072-1A85-408A-8C1B-411BC7A7420F}" srcOrd="0" destOrd="0" presId="urn:microsoft.com/office/officeart/2008/layout/RadialCluster"/>
    <dgm:cxn modelId="{FCD9181E-E7EB-4032-8C97-47683E623810}" type="presParOf" srcId="{587FCB6E-2770-455E-8761-F1385ECF8C3C}" destId="{D19B117F-05FD-4D29-A3EB-A37D89B9DC9A}" srcOrd="1" destOrd="0" presId="urn:microsoft.com/office/officeart/2008/layout/RadialCluster"/>
    <dgm:cxn modelId="{3E82018A-D711-4C4D-800E-CD644C8F379E}" type="presParOf" srcId="{587FCB6E-2770-455E-8761-F1385ECF8C3C}" destId="{AF93963B-FB8B-4D52-A83F-0CBAAFB7771B}" srcOrd="2" destOrd="0" presId="urn:microsoft.com/office/officeart/2008/layout/RadialCluster"/>
    <dgm:cxn modelId="{B88B7C57-476E-4362-895D-E76C7E52B309}" type="presParOf" srcId="{AF6142B8-3C99-44D9-9B70-4CDBCFD6556E}" destId="{6673E2E8-2E7E-4970-BF9B-377A69C990DE}" srcOrd="4" destOrd="0" presId="urn:microsoft.com/office/officeart/2008/layout/RadialCluster"/>
    <dgm:cxn modelId="{ECF1AC9E-F27E-442D-B386-258EC45BB866}" type="presParOf" srcId="{AF6142B8-3C99-44D9-9B70-4CDBCFD6556E}" destId="{CE23D3B9-D21F-4429-9211-8415A2D795AB}" srcOrd="5" destOrd="0" presId="urn:microsoft.com/office/officeart/2008/layout/RadialCluster"/>
    <dgm:cxn modelId="{CC3B9133-8107-497C-B5BB-B5799DD5A56F}" type="presParOf" srcId="{CE23D3B9-D21F-4429-9211-8415A2D795AB}" destId="{B2B16150-313E-4E1E-8350-4CBC7FD86921}" srcOrd="0" destOrd="0" presId="urn:microsoft.com/office/officeart/2008/layout/RadialCluster"/>
    <dgm:cxn modelId="{397318EE-2FC7-4934-83E3-0B573CA889FC}" type="presParOf" srcId="{CE23D3B9-D21F-4429-9211-8415A2D795AB}" destId="{FF46EA38-875A-42C3-8301-B59DBF717999}" srcOrd="1" destOrd="0" presId="urn:microsoft.com/office/officeart/2008/layout/RadialCluster"/>
    <dgm:cxn modelId="{DD3D4517-1DD8-4377-9827-95044BD9320F}" type="presParOf" srcId="{CE23D3B9-D21F-4429-9211-8415A2D795AB}" destId="{E6D33BDA-89CA-4FCF-8000-6AD78299FD1B}" srcOrd="2" destOrd="0" presId="urn:microsoft.com/office/officeart/2008/layout/RadialCluster"/>
    <dgm:cxn modelId="{4EFE9A23-B980-4F72-B243-0BF091572A9B}" type="presParOf" srcId="{AF6142B8-3C99-44D9-9B70-4CDBCFD6556E}" destId="{B23CC042-92F8-4854-AA2D-553764339A4E}" srcOrd="6" destOrd="0" presId="urn:microsoft.com/office/officeart/2008/layout/RadialCluster"/>
    <dgm:cxn modelId="{013DB73C-D4EF-464A-82CC-F0D7752642AA}" type="presParOf" srcId="{AF6142B8-3C99-44D9-9B70-4CDBCFD6556E}" destId="{7078844A-4113-43D9-8C89-E060D3CCC661}" srcOrd="7" destOrd="0" presId="urn:microsoft.com/office/officeart/2008/layout/RadialCluster"/>
    <dgm:cxn modelId="{606FC401-4B25-4063-87BF-30DD6F5BCB97}" type="presParOf" srcId="{7078844A-4113-43D9-8C89-E060D3CCC661}" destId="{0C1557D1-1BC3-4DDF-9BA3-49703C160407}" srcOrd="0" destOrd="0" presId="urn:microsoft.com/office/officeart/2008/layout/RadialCluster"/>
    <dgm:cxn modelId="{3AD558EA-8A49-4635-8FD6-BA3A824110CA}" type="presParOf" srcId="{7078844A-4113-43D9-8C89-E060D3CCC661}" destId="{F78F2D91-FD1C-428B-BE3B-9D0ECE737345}" srcOrd="1" destOrd="0" presId="urn:microsoft.com/office/officeart/2008/layout/RadialCluster"/>
    <dgm:cxn modelId="{8A7B00A6-06D1-407F-8B85-6A42C35EDBFC}" type="presParOf" srcId="{7078844A-4113-43D9-8C89-E060D3CCC661}" destId="{BB24E95D-E79F-47DB-B5F6-1AF4779496B2}" srcOrd="2" destOrd="0" presId="urn:microsoft.com/office/officeart/2008/layout/RadialCluster"/>
    <dgm:cxn modelId="{100588D5-F9D9-4BAA-BCCC-49CCDC55298B}" type="presParOf" srcId="{AF6142B8-3C99-44D9-9B70-4CDBCFD6556E}" destId="{B4F5AA9F-7FAA-4A01-80ED-3EB40CA7D891}" srcOrd="8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F5AA9F-7FAA-4A01-80ED-3EB40CA7D891}">
      <dsp:nvSpPr>
        <dsp:cNvPr id="0" name=""/>
        <dsp:cNvSpPr/>
      </dsp:nvSpPr>
      <dsp:spPr>
        <a:xfrm rot="10800000">
          <a:off x="5133668" y="3339520"/>
          <a:ext cx="31346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3467" y="0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3CC042-92F8-4854-AA2D-553764339A4E}">
      <dsp:nvSpPr>
        <dsp:cNvPr id="0" name=""/>
        <dsp:cNvSpPr/>
      </dsp:nvSpPr>
      <dsp:spPr>
        <a:xfrm rot="5400000">
          <a:off x="5880031" y="4241993"/>
          <a:ext cx="46957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69576" y="0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73E2E8-2E7E-4970-BF9B-377A69C990DE}">
      <dsp:nvSpPr>
        <dsp:cNvPr id="0" name=""/>
        <dsp:cNvSpPr/>
      </dsp:nvSpPr>
      <dsp:spPr>
        <a:xfrm>
          <a:off x="6782504" y="3339520"/>
          <a:ext cx="35110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51107" y="0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247A30-E5C9-48A7-90C0-A05114D152F4}">
      <dsp:nvSpPr>
        <dsp:cNvPr id="0" name=""/>
        <dsp:cNvSpPr/>
      </dsp:nvSpPr>
      <dsp:spPr>
        <a:xfrm rot="16200000">
          <a:off x="5880031" y="2437048"/>
          <a:ext cx="46957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69576" y="0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6317AC-12C5-44DE-8AA6-B50D76BF5846}">
      <dsp:nvSpPr>
        <dsp:cNvPr id="0" name=""/>
        <dsp:cNvSpPr/>
      </dsp:nvSpPr>
      <dsp:spPr>
        <a:xfrm>
          <a:off x="5447135" y="2671836"/>
          <a:ext cx="1335368" cy="133536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>
              <a:latin typeface="Arial" panose="020B0604020202020204" pitchFamily="34" charset="0"/>
              <a:cs typeface="Arial" panose="020B0604020202020204" pitchFamily="34" charset="0"/>
            </a:rPr>
            <a:t>Componentes clave</a:t>
          </a:r>
        </a:p>
      </dsp:txBody>
      <dsp:txXfrm>
        <a:off x="5512322" y="2737023"/>
        <a:ext cx="1204994" cy="1204994"/>
      </dsp:txXfrm>
    </dsp:sp>
    <dsp:sp modelId="{7F1CE0B8-2AB9-43FC-A284-484D37CB2863}">
      <dsp:nvSpPr>
        <dsp:cNvPr id="0" name=""/>
        <dsp:cNvSpPr/>
      </dsp:nvSpPr>
      <dsp:spPr>
        <a:xfrm>
          <a:off x="5667471" y="1307562"/>
          <a:ext cx="894697" cy="89469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>
              <a:latin typeface="Arial" panose="020B0604020202020204" pitchFamily="34" charset="0"/>
              <a:cs typeface="Arial" panose="020B0604020202020204" pitchFamily="34" charset="0"/>
            </a:rPr>
            <a:t>Politicas y estandares</a:t>
          </a:r>
        </a:p>
      </dsp:txBody>
      <dsp:txXfrm>
        <a:off x="5711147" y="1351238"/>
        <a:ext cx="807345" cy="807345"/>
      </dsp:txXfrm>
    </dsp:sp>
    <dsp:sp modelId="{F881377A-87DD-448A-A940-6D2A18B2975F}">
      <dsp:nvSpPr>
        <dsp:cNvPr id="0" name=""/>
        <dsp:cNvSpPr/>
      </dsp:nvSpPr>
      <dsp:spPr>
        <a:xfrm rot="16200000">
          <a:off x="5910035" y="1102777"/>
          <a:ext cx="40956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09569" y="0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C41836-2E14-44CC-A619-144AE3390D3A}">
      <dsp:nvSpPr>
        <dsp:cNvPr id="0" name=""/>
        <dsp:cNvSpPr/>
      </dsp:nvSpPr>
      <dsp:spPr>
        <a:xfrm>
          <a:off x="4434668" y="3296"/>
          <a:ext cx="3360303" cy="89469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>
              <a:latin typeface="Arial" panose="020B0604020202020204" pitchFamily="34" charset="0"/>
              <a:cs typeface="Arial" panose="020B0604020202020204" pitchFamily="34" charset="0"/>
            </a:rPr>
            <a:t>Recopilacion , agrupados y compartidos </a:t>
          </a:r>
        </a:p>
      </dsp:txBody>
      <dsp:txXfrm>
        <a:off x="4478344" y="46972"/>
        <a:ext cx="3272951" cy="807345"/>
      </dsp:txXfrm>
    </dsp:sp>
    <dsp:sp modelId="{76D6A072-1A85-408A-8C1B-411BC7A7420F}">
      <dsp:nvSpPr>
        <dsp:cNvPr id="0" name=""/>
        <dsp:cNvSpPr/>
      </dsp:nvSpPr>
      <dsp:spPr>
        <a:xfrm>
          <a:off x="7133611" y="2892172"/>
          <a:ext cx="960242" cy="89469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>
              <a:latin typeface="Arial" panose="020B0604020202020204" pitchFamily="34" charset="0"/>
              <a:cs typeface="Arial" panose="020B0604020202020204" pitchFamily="34" charset="0"/>
            </a:rPr>
            <a:t>Acceso y seguridad</a:t>
          </a:r>
        </a:p>
      </dsp:txBody>
      <dsp:txXfrm>
        <a:off x="7177287" y="2935848"/>
        <a:ext cx="872890" cy="807345"/>
      </dsp:txXfrm>
    </dsp:sp>
    <dsp:sp modelId="{D19B117F-05FD-4D29-A3EB-A37D89B9DC9A}">
      <dsp:nvSpPr>
        <dsp:cNvPr id="0" name=""/>
        <dsp:cNvSpPr/>
      </dsp:nvSpPr>
      <dsp:spPr>
        <a:xfrm>
          <a:off x="8093854" y="3339520"/>
          <a:ext cx="17263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2631" y="0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93963B-FB8B-4D52-A83F-0CBAAFB7771B}">
      <dsp:nvSpPr>
        <dsp:cNvPr id="0" name=""/>
        <dsp:cNvSpPr/>
      </dsp:nvSpPr>
      <dsp:spPr>
        <a:xfrm>
          <a:off x="8266485" y="2892172"/>
          <a:ext cx="1303027" cy="89469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>
              <a:latin typeface="Arial" panose="020B0604020202020204" pitchFamily="34" charset="0"/>
              <a:cs typeface="Arial" panose="020B0604020202020204" pitchFamily="34" charset="0"/>
            </a:rPr>
            <a:t>Quien tiene autorización, control y poder verlos </a:t>
          </a:r>
        </a:p>
      </dsp:txBody>
      <dsp:txXfrm>
        <a:off x="8310161" y="2935848"/>
        <a:ext cx="1215675" cy="807345"/>
      </dsp:txXfrm>
    </dsp:sp>
    <dsp:sp modelId="{B2B16150-313E-4E1E-8350-4CBC7FD86921}">
      <dsp:nvSpPr>
        <dsp:cNvPr id="0" name=""/>
        <dsp:cNvSpPr/>
      </dsp:nvSpPr>
      <dsp:spPr>
        <a:xfrm>
          <a:off x="5667471" y="4476781"/>
          <a:ext cx="894697" cy="89469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>
              <a:latin typeface="Arial" panose="020B0604020202020204" pitchFamily="34" charset="0"/>
              <a:cs typeface="Arial" panose="020B0604020202020204" pitchFamily="34" charset="0"/>
            </a:rPr>
            <a:t>Roles y responsabilidades</a:t>
          </a:r>
        </a:p>
      </dsp:txBody>
      <dsp:txXfrm>
        <a:off x="5711147" y="4520457"/>
        <a:ext cx="807345" cy="807345"/>
      </dsp:txXfrm>
    </dsp:sp>
    <dsp:sp modelId="{FF46EA38-875A-42C3-8301-B59DBF717999}">
      <dsp:nvSpPr>
        <dsp:cNvPr id="0" name=""/>
        <dsp:cNvSpPr/>
      </dsp:nvSpPr>
      <dsp:spPr>
        <a:xfrm rot="5400000">
          <a:off x="5910035" y="5576263"/>
          <a:ext cx="40956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09569" y="0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D33BDA-89CA-4FCF-8000-6AD78299FD1B}">
      <dsp:nvSpPr>
        <dsp:cNvPr id="0" name=""/>
        <dsp:cNvSpPr/>
      </dsp:nvSpPr>
      <dsp:spPr>
        <a:xfrm>
          <a:off x="4255818" y="5781048"/>
          <a:ext cx="3718003" cy="89469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>
              <a:latin typeface="Arial" panose="020B0604020202020204" pitchFamily="34" charset="0"/>
              <a:cs typeface="Arial" panose="020B0604020202020204" pitchFamily="34" charset="0"/>
            </a:rPr>
            <a:t>responsabilidades asignadas, administración del día a día, como la calidad de estos. </a:t>
          </a:r>
        </a:p>
      </dsp:txBody>
      <dsp:txXfrm>
        <a:off x="4299494" y="5824724"/>
        <a:ext cx="3630651" cy="807345"/>
      </dsp:txXfrm>
    </dsp:sp>
    <dsp:sp modelId="{0C1557D1-1BC3-4DDF-9BA3-49703C160407}">
      <dsp:nvSpPr>
        <dsp:cNvPr id="0" name=""/>
        <dsp:cNvSpPr/>
      </dsp:nvSpPr>
      <dsp:spPr>
        <a:xfrm>
          <a:off x="4238971" y="2892172"/>
          <a:ext cx="894697" cy="89469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>
              <a:latin typeface="Arial" panose="020B0604020202020204" pitchFamily="34" charset="0"/>
              <a:cs typeface="Arial" panose="020B0604020202020204" pitchFamily="34" charset="0"/>
            </a:rPr>
            <a:t>Calidad de los datos y linaje</a:t>
          </a:r>
        </a:p>
      </dsp:txBody>
      <dsp:txXfrm>
        <a:off x="4282647" y="2935848"/>
        <a:ext cx="807345" cy="807345"/>
      </dsp:txXfrm>
    </dsp:sp>
    <dsp:sp modelId="{F78F2D91-FD1C-428B-BE3B-9D0ECE737345}">
      <dsp:nvSpPr>
        <dsp:cNvPr id="0" name=""/>
        <dsp:cNvSpPr/>
      </dsp:nvSpPr>
      <dsp:spPr>
        <a:xfrm rot="10800000">
          <a:off x="4141619" y="3339520"/>
          <a:ext cx="9735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7351" y="0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24E95D-E79F-47DB-B5F6-1AF4779496B2}">
      <dsp:nvSpPr>
        <dsp:cNvPr id="0" name=""/>
        <dsp:cNvSpPr/>
      </dsp:nvSpPr>
      <dsp:spPr>
        <a:xfrm flipH="1">
          <a:off x="2622486" y="2892172"/>
          <a:ext cx="1519133" cy="89469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>
              <a:latin typeface="Arial" panose="020B0604020202020204" pitchFamily="34" charset="0"/>
              <a:cs typeface="Arial" panose="020B0604020202020204" pitchFamily="34" charset="0"/>
            </a:rPr>
            <a:t>origen de los datos, asegurar los y mantenerlos limpios y confiables. </a:t>
          </a:r>
        </a:p>
      </dsp:txBody>
      <dsp:txXfrm>
        <a:off x="2666162" y="2935848"/>
        <a:ext cx="1431781" cy="8073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19CEE-403B-A6F6-245A-3770A7AA5F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0A39A1-8A34-CF97-E327-75AC85582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D9D90D-A167-E808-6618-D9BBE0BE9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19AA-CF1A-4477-A7C0-0F54026DE144}" type="datetimeFigureOut">
              <a:rPr lang="es-MX" smtClean="0"/>
              <a:t>21/06/2026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BEEA02-FFE0-071A-9233-261DBD042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999BE6-F9C9-0024-46E5-104B8EE03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0D774-7276-4178-9C6F-B00F98DE31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87950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FAA28-1CE1-667E-607F-A3D41480A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E56617-0273-EC1F-C3C1-90C3F5BC2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E3D523-4279-36DD-A443-154F9101A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19AA-CF1A-4477-A7C0-0F54026DE144}" type="datetimeFigureOut">
              <a:rPr lang="es-MX" smtClean="0"/>
              <a:t>21/06/2026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CA2218-025C-DF20-6643-EF284C415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30C820-7B96-4AAB-9680-1C0EC847B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0D774-7276-4178-9C6F-B00F98DE31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2925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2D322F-D297-B668-BBCC-165F22A98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52D7CF-4A1F-CFAB-469B-F0C119ECE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633C19-D617-0AE9-27D2-B50A09FB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19AA-CF1A-4477-A7C0-0F54026DE144}" type="datetimeFigureOut">
              <a:rPr lang="es-MX" smtClean="0"/>
              <a:t>21/06/2026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BF1D2A-0B34-47D9-F249-407929CC2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480098-341D-2BFE-248D-A1D17A594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0D774-7276-4178-9C6F-B00F98DE31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0357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DF630D-772C-221E-4C60-CA096A22B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81B466-E549-7C36-BBA0-9583E7832C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D31EF3-2892-EDD3-CA8E-1C07867B3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4656D5-B22B-C6DF-01BA-D496E4C99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19AA-CF1A-4477-A7C0-0F54026DE144}" type="datetimeFigureOut">
              <a:rPr lang="es-MX" smtClean="0"/>
              <a:t>21/06/2026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C510AC-8F12-4AC7-7609-EE03C5E0E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D1752E-5C8C-3729-A2B2-9AE6CD424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0D774-7276-4178-9C6F-B00F98DE31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234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96498-1A5F-58C9-CE7E-BA463F3ED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CCF581-E2FD-30D4-353E-CB269E42B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5F309D3-FF9E-7079-278C-98B1CB5E5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E954D1C-3C7B-27FF-6E12-91660D7D66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8C433B4-8413-7A33-684D-11AA7E55A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6DA7EB1-EB6A-9BFF-AB90-CB9DD1CE6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19AA-CF1A-4477-A7C0-0F54026DE144}" type="datetimeFigureOut">
              <a:rPr lang="es-MX" smtClean="0"/>
              <a:t>21/06/2026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4232C3-52F0-B7EC-2E47-B0C443200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A404AA4-9132-9FF6-9E36-5077B49C3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0D774-7276-4178-9C6F-B00F98DE31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83950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11D79D-DD64-0FFA-4180-1B988BBD5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4552E8-7B7D-1BD1-9A59-59212597B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19AA-CF1A-4477-A7C0-0F54026DE144}" type="datetimeFigureOut">
              <a:rPr lang="es-MX" smtClean="0"/>
              <a:t>21/06/2026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6C64EB-A165-C0C7-D9DF-5688A8A37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0DC369-06FE-179F-F314-9114AD099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0D774-7276-4178-9C6F-B00F98DE31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8489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B01EF1-91E1-2CF0-B20A-A18DE63D3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19AA-CF1A-4477-A7C0-0F54026DE144}" type="datetimeFigureOut">
              <a:rPr lang="es-MX" smtClean="0"/>
              <a:t>21/06/2026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C4C1A55-5BBD-693E-D710-904C5B747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72F119-F08C-F31D-0D25-E5E49F2B8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0D774-7276-4178-9C6F-B00F98DE31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6591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150D81-B22E-C94D-5874-FDBB4FCF4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E07D40-1C3A-1804-68BE-54E40C6D4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3A1A71A-5F67-9AE5-F434-1DDC48E4F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1C24AC-FBE7-4282-E32E-9559213C2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19AA-CF1A-4477-A7C0-0F54026DE144}" type="datetimeFigureOut">
              <a:rPr lang="es-MX" smtClean="0"/>
              <a:t>21/06/2026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5E5E9C-5E36-306C-BD6C-5219B8C33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DAD54DB-B3AD-21D2-4339-90970F933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0D774-7276-4178-9C6F-B00F98DE31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0006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D5B56C-A74C-2DF1-CDD6-88ADBB970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81ADD68-08E8-E52C-6C01-2E6E66626A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74723A5-15C1-DC5D-BE15-7366B3167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468192-DC44-4267-D3F5-C3737F023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19AA-CF1A-4477-A7C0-0F54026DE144}" type="datetimeFigureOut">
              <a:rPr lang="es-MX" smtClean="0"/>
              <a:t>21/06/2026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B418F2-B4AF-F24E-06E2-81A9858EE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F090B1-9FD2-6208-9682-2493F1423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0D774-7276-4178-9C6F-B00F98DE31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89943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65F93-7087-C7EB-C102-AE2CECD19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4B869BE-C4F2-077D-95E4-DEE9DE10D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CCF798-0BB1-CC41-52A2-C068F0FE5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19AA-CF1A-4477-A7C0-0F54026DE144}" type="datetimeFigureOut">
              <a:rPr lang="es-MX" smtClean="0"/>
              <a:t>21/06/2026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64DEE9-41AD-2107-1D2B-7401B0954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E6688C-E4F5-389E-252E-84FAD88AB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0D774-7276-4178-9C6F-B00F98DE31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9788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C5273C3-FE12-7E43-E014-744DFB69A1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52CE8B-A946-7098-3A27-C4D317289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B2C7BE-241A-73B0-CD9B-EB7476B1F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19AA-CF1A-4477-A7C0-0F54026DE144}" type="datetimeFigureOut">
              <a:rPr lang="es-MX" smtClean="0"/>
              <a:t>21/06/2026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1C71AC-E2E8-90D8-956D-32F985034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6C5A67-9AD7-0F58-1155-5C74DF06E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0D774-7276-4178-9C6F-B00F98DE31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7319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847C29D-252F-2D84-F608-2281BC93A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AF5C65-D796-03D9-F09E-0F9BC47DA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F458C2-3833-467D-5BCE-7BF34CF766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EC19AA-CF1A-4477-A7C0-0F54026DE144}" type="datetimeFigureOut">
              <a:rPr lang="es-MX" smtClean="0"/>
              <a:t>21/06/2026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47406B-D3E6-9066-D631-901456689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5B1925-2C6E-2B59-9B14-A04FC54CA9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0D774-7276-4178-9C6F-B00F98DE31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14853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BF2200-3373-A628-41BC-9E557814DA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Entendiendo la arquitectura moderna de los datos</a:t>
            </a:r>
          </a:p>
        </p:txBody>
      </p:sp>
    </p:spTree>
    <p:extLst>
      <p:ext uri="{BB962C8B-B14F-4D97-AF65-F5344CB8AC3E}">
        <p14:creationId xmlns:p14="http://schemas.microsoft.com/office/powerpoint/2010/main" val="3240975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44AEFB3B-E85E-4B38-582B-78A88A1B4B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2613645"/>
              </p:ext>
            </p:extLst>
          </p:nvPr>
        </p:nvGraphicFramePr>
        <p:xfrm>
          <a:off x="0" y="1"/>
          <a:ext cx="12192000" cy="66768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80618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</Words>
  <Application>Microsoft Office PowerPoint</Application>
  <PresentationFormat>Panorámica</PresentationFormat>
  <Paragraphs>10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Entendiendo la arquitectura moderna de los datos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zabu</dc:creator>
  <cp:lastModifiedBy>zabu</cp:lastModifiedBy>
  <cp:revision>2</cp:revision>
  <dcterms:created xsi:type="dcterms:W3CDTF">2026-06-21T14:03:20Z</dcterms:created>
  <dcterms:modified xsi:type="dcterms:W3CDTF">2026-06-21T14:04:29Z</dcterms:modified>
</cp:coreProperties>
</file>